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7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880" y="-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625050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00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453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69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202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578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495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15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75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358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8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5551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9512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4435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64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651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478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963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  <p:sldLayoutId id="2147483859" r:id="rId12"/>
    <p:sldLayoutId id="2147483860" r:id="rId13"/>
    <p:sldLayoutId id="2147483861" r:id="rId14"/>
    <p:sldLayoutId id="2147483862" r:id="rId15"/>
    <p:sldLayoutId id="2147483863" r:id="rId16"/>
    <p:sldLayoutId id="214748386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68D74-3230-5803-8748-3862EDBF6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423" y="438760"/>
            <a:ext cx="7267411" cy="1424874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4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tura MT Script Capitals" panose="03020802060602070202" pitchFamily="66" charset="0"/>
              </a:rPr>
            </a:br>
            <a:r>
              <a:rPr lang="en-US" sz="44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tura MT Script Capitals" panose="03020802060602070202" pitchFamily="66" charset="0"/>
              </a:rPr>
              <a:t>User Analytics in the Telecommunication Industry </a:t>
            </a:r>
            <a:br>
              <a:rPr lang="en-US" sz="44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tura MT Script Capitals" panose="03020802060602070202" pitchFamily="66" charset="0"/>
              </a:rPr>
            </a:br>
            <a:br>
              <a:rPr lang="en-US" sz="44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tura MT Script Capitals" panose="03020802060602070202" pitchFamily="66" charset="0"/>
              </a:rPr>
            </a:br>
            <a:endParaRPr lang="en-IN" dirty="0">
              <a:solidFill>
                <a:schemeClr val="accent4">
                  <a:lumMod val="60000"/>
                  <a:lumOff val="4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5AE81-BEA5-768C-FC10-1984D6578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910" y="2760317"/>
            <a:ext cx="7991060" cy="2234050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6300" dirty="0">
                <a:solidFill>
                  <a:schemeClr val="accent3"/>
                </a:solidFill>
                <a:latin typeface="Algerian" panose="04020705040A02060702" pitchFamily="82" charset="0"/>
              </a:rPr>
              <a:t>Data Science Project</a:t>
            </a:r>
          </a:p>
          <a:p>
            <a:pPr algn="ctr"/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chemeClr val="accent5"/>
                </a:solidFill>
              </a:rPr>
              <a:t>                                                                                                          </a:t>
            </a:r>
            <a:r>
              <a:rPr lang="en-US" sz="2800" b="1" dirty="0">
                <a:solidFill>
                  <a:srgbClr val="FFFF00"/>
                </a:solidFill>
                <a:latin typeface="Stencil" panose="040409050D0802020404" pitchFamily="82" charset="0"/>
              </a:rPr>
              <a:t>Sawant </a:t>
            </a:r>
            <a:r>
              <a:rPr lang="en-US" sz="2800" b="1" dirty="0" err="1">
                <a:solidFill>
                  <a:srgbClr val="FFFF00"/>
                </a:solidFill>
                <a:latin typeface="Stencil" panose="040409050D0802020404" pitchFamily="82" charset="0"/>
              </a:rPr>
              <a:t>dubey</a:t>
            </a:r>
            <a:r>
              <a:rPr lang="en-US" sz="2800" b="1" dirty="0">
                <a:solidFill>
                  <a:srgbClr val="FFFF00"/>
                </a:solidFill>
                <a:latin typeface="Stencil" panose="040409050D0802020404" pitchFamily="82" charset="0"/>
              </a:rPr>
              <a:t>…</a:t>
            </a:r>
          </a:p>
          <a:p>
            <a:pPr marL="0" indent="0" algn="ctr">
              <a:buNone/>
            </a:pPr>
            <a:endParaRPr lang="en-US" sz="2800" dirty="0"/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DE2D4F-B481-CE32-E70E-5382014F1DC4}"/>
              </a:ext>
            </a:extLst>
          </p:cNvPr>
          <p:cNvSpPr/>
          <p:nvPr/>
        </p:nvSpPr>
        <p:spPr>
          <a:xfrm>
            <a:off x="2745278" y="1767208"/>
            <a:ext cx="34785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714091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2824" y="553940"/>
            <a:ext cx="6562478" cy="1320800"/>
          </a:xfrm>
        </p:spPr>
        <p:txBody>
          <a:bodyPr>
            <a:normAutofit/>
          </a:bodyPr>
          <a:lstStyle/>
          <a:p>
            <a:pPr algn="ctr"/>
            <a:r>
              <a:rPr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Analytics in Telecom Executive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606" y="2198183"/>
            <a:ext cx="6872578" cy="2323946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solidFill>
                  <a:srgbClr val="FFFF00"/>
                </a:solidFill>
                <a:latin typeface="Stencil" panose="040409050D0802020404" pitchFamily="82" charset="0"/>
              </a:rPr>
              <a:t>Objective: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telecom user behavior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usage patterns across applications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data-driven marketing and network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2" y="0"/>
            <a:ext cx="7704667" cy="1981200"/>
          </a:xfrm>
        </p:spPr>
        <p:txBody>
          <a:bodyPr/>
          <a:lstStyle/>
          <a:p>
            <a:pPr algn="ctr"/>
            <a:r>
              <a:rPr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840064"/>
            <a:ext cx="7704667" cy="333281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 operators manage millions of users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app usage helps optimize: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investment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strategy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experience</a:t>
            </a:r>
          </a:p>
          <a:p>
            <a:pPr marL="0" indent="0">
              <a:buNone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sz="2000" dirty="0">
                <a:solidFill>
                  <a:schemeClr val="accent3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Goal</a:t>
            </a:r>
            <a:r>
              <a:rPr lang="en-GB" sz="2000" dirty="0">
                <a:solidFill>
                  <a:schemeClr val="accent3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raw usage data into actionable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0571" y="-59634"/>
            <a:ext cx="7704667" cy="1981200"/>
          </a:xfrm>
        </p:spPr>
        <p:txBody>
          <a:bodyPr/>
          <a:lstStyle/>
          <a:p>
            <a:pPr algn="ctr"/>
            <a:r>
              <a:rPr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598" y="1762592"/>
            <a:ext cx="7704667" cy="333281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Telecom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xDR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(Call/Data Records)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attributes: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identifier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usage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duration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&amp; Upload volumes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0"/>
            <a:ext cx="7704667" cy="1981200"/>
          </a:xfrm>
        </p:spPr>
        <p:txBody>
          <a:bodyPr/>
          <a:lstStyle/>
          <a:p>
            <a:pPr algn="ctr"/>
            <a:r>
              <a:rPr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460" y="1981200"/>
            <a:ext cx="6347714" cy="255453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preprocessing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User-level aggregation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usage analysis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and handset insights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 for business teams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155051"/>
            <a:ext cx="7704667" cy="1981200"/>
          </a:xfrm>
        </p:spPr>
        <p:txBody>
          <a:bodyPr/>
          <a:lstStyle/>
          <a:p>
            <a:pPr algn="ctr"/>
            <a:r>
              <a:rPr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Metrics Calculated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895723"/>
            <a:ext cx="7704667" cy="333281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xDR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sessions per user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session duration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Download (DL) data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Upload (UL) data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data volume per application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0609" y="259742"/>
            <a:ext cx="6347713" cy="1320800"/>
          </a:xfrm>
        </p:spPr>
        <p:txBody>
          <a:bodyPr/>
          <a:lstStyle/>
          <a:p>
            <a:pPr algn="ctr"/>
            <a:r>
              <a:rPr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Behavior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523" y="1704892"/>
            <a:ext cx="7704667" cy="333281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data consumers identified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App-wise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traffic concentration observed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Session-heavy users flagged for premium targeting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 to segment users by usage intensity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2" y="290224"/>
            <a:ext cx="7704667" cy="1981200"/>
          </a:xfrm>
        </p:spPr>
        <p:txBody>
          <a:bodyPr/>
          <a:lstStyle/>
          <a:p>
            <a:pPr algn="ctr"/>
            <a:r>
              <a:rPr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Handset &amp; Device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1762592"/>
            <a:ext cx="7704667" cy="33328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handset manufacturers identified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device models analyzed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capability correlates with higher data usage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tailor device-specific marketing offers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2" y="-59634"/>
            <a:ext cx="7704667" cy="1981200"/>
          </a:xfrm>
        </p:spPr>
        <p:txBody>
          <a:bodyPr/>
          <a:lstStyle/>
          <a:p>
            <a:pPr algn="ctr"/>
            <a:r>
              <a:rPr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1" y="1349176"/>
            <a:ext cx="7704667" cy="3906635"/>
          </a:xfrm>
        </p:spPr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accent3"/>
                </a:solidFill>
                <a:latin typeface="Stencil" panose="040409050D0802020404" pitchFamily="82" charset="0"/>
              </a:rPr>
              <a:t>Marketing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heavy users with premium plans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App-based bundled offers</a:t>
            </a:r>
          </a:p>
          <a:p>
            <a:pPr marL="0" indent="0">
              <a:buNone/>
            </a:pPr>
            <a:r>
              <a:rPr sz="2000" dirty="0">
                <a:solidFill>
                  <a:schemeClr val="accent3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Network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capacity for high-usage apps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QoS in peak usage segments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8522" y="0"/>
            <a:ext cx="7704667" cy="1981200"/>
          </a:xfrm>
        </p:spPr>
        <p:txBody>
          <a:bodyPr/>
          <a:lstStyle/>
          <a:p>
            <a:pPr algn="ctr"/>
            <a:r>
              <a:rPr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to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522" y="1981200"/>
            <a:ext cx="6347714" cy="336177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customer segmentation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marketing ROI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network planning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Data-backed strategic decisions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1992" y="2533396"/>
            <a:ext cx="6347714" cy="23478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analytics provides strong competitive advantage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 enable smarter decisions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can be scaled for real-time analytics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/>
          </a:p>
          <a:p>
            <a:pPr marL="0" indent="0">
              <a:buNone/>
            </a:pPr>
            <a:endParaRPr lang="en-IN" dirty="0"/>
          </a:p>
          <a:p>
            <a:pPr marL="3657600" lvl="8" indent="0">
              <a:buNone/>
            </a:pPr>
            <a:r>
              <a:rPr lang="en-IN" dirty="0"/>
              <a:t>	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B47821-FEA7-3891-2E30-71724E263E53}"/>
              </a:ext>
            </a:extLst>
          </p:cNvPr>
          <p:cNvSpPr/>
          <p:nvPr/>
        </p:nvSpPr>
        <p:spPr>
          <a:xfrm>
            <a:off x="1468304" y="2213753"/>
            <a:ext cx="6382325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8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92D05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387909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49</TotalTime>
  <Words>282</Words>
  <Application>Microsoft Office PowerPoint</Application>
  <PresentationFormat>On-screen Show (4:3)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Algerian</vt:lpstr>
      <vt:lpstr>Arial</vt:lpstr>
      <vt:lpstr>Corbel</vt:lpstr>
      <vt:lpstr>Matura MT Script Capitals</vt:lpstr>
      <vt:lpstr>Stencil</vt:lpstr>
      <vt:lpstr>Times New Roman</vt:lpstr>
      <vt:lpstr>Wingdings</vt:lpstr>
      <vt:lpstr>Parallax</vt:lpstr>
      <vt:lpstr> User Analytics in the Telecommunication Industry   </vt:lpstr>
      <vt:lpstr>User Analytics in Telecom Executive Overview</vt:lpstr>
      <vt:lpstr>Business Problem</vt:lpstr>
      <vt:lpstr>Dataset Overview</vt:lpstr>
      <vt:lpstr>Analysis Approach</vt:lpstr>
      <vt:lpstr>Key Metrics Calculated</vt:lpstr>
      <vt:lpstr>User Behavior Insights</vt:lpstr>
      <vt:lpstr>Handset &amp; Device Insights</vt:lpstr>
      <vt:lpstr>Business Recommendations</vt:lpstr>
      <vt:lpstr>Value to Organization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11</cp:revision>
  <dcterms:created xsi:type="dcterms:W3CDTF">2013-01-27T09:14:16Z</dcterms:created>
  <dcterms:modified xsi:type="dcterms:W3CDTF">2026-01-03T10:36:12Z</dcterms:modified>
  <cp:category/>
</cp:coreProperties>
</file>