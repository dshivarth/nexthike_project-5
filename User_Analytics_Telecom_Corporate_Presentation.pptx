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027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411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85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99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75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5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15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58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28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695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5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8D74-3230-5803-8748-3862EDBF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438760"/>
            <a:ext cx="6571343" cy="1424874"/>
          </a:xfrm>
        </p:spPr>
        <p:txBody>
          <a:bodyPr>
            <a:normAutofit/>
          </a:bodyPr>
          <a:lstStyle/>
          <a:p>
            <a:r>
              <a:rPr lang="en-US" dirty="0"/>
              <a:t>User Analytics in the Telecommunication Industry -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5AE81-BEA5-768C-FC10-1984D6578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494705"/>
            <a:ext cx="6571343" cy="223405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dirty="0"/>
              <a:t>A Data Science Project</a:t>
            </a:r>
          </a:p>
          <a:p>
            <a:pPr algn="ctr"/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By: Sawant Dubey</a:t>
            </a:r>
          </a:p>
          <a:p>
            <a:pPr marL="0" indent="0" algn="ctr">
              <a:buNone/>
            </a:pPr>
            <a:r>
              <a:rPr lang="en-US" sz="2800" dirty="0">
                <a:sym typeface="Wingdings" panose="05000000000000000000" pitchFamily="2" charset="2"/>
              </a:rPr>
              <a:t></a:t>
            </a:r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409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Analytics in Telecom – 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• Analyze telecom user behavior</a:t>
            </a:r>
          </a:p>
          <a:p>
            <a:r>
              <a:t>• Identify usage patterns across applications</a:t>
            </a:r>
          </a:p>
          <a:p>
            <a:r>
              <a:t>• Support data-driven marketing and network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Telecom operators manage millions of users</a:t>
            </a:r>
          </a:p>
          <a:p>
            <a:r>
              <a:t>• Understanding app usage helps optimize:</a:t>
            </a:r>
          </a:p>
          <a:p>
            <a:r>
              <a:t>  – Network investment</a:t>
            </a:r>
          </a:p>
          <a:p>
            <a:r>
              <a:t>  – Marketing strategy</a:t>
            </a:r>
          </a:p>
          <a:p>
            <a:r>
              <a:t>  – Customer experience</a:t>
            </a:r>
          </a:p>
          <a:p>
            <a:r>
              <a:t>• Goal: Convert raw usage data into actionable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Source: Telecom xDR (Call/Data Records)</a:t>
            </a:r>
          </a:p>
          <a:p>
            <a:r>
              <a:t>• Key attributes:</a:t>
            </a:r>
          </a:p>
          <a:p>
            <a:r>
              <a:t>  – User identifier</a:t>
            </a:r>
          </a:p>
          <a:p>
            <a:r>
              <a:t>  – Application usage</a:t>
            </a:r>
          </a:p>
          <a:p>
            <a:r>
              <a:t>  – Session duration</a:t>
            </a:r>
          </a:p>
          <a:p>
            <a:r>
              <a:t>  – Download &amp; Upload volumes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cleaning and preprocessing</a:t>
            </a:r>
          </a:p>
          <a:p>
            <a:r>
              <a:t>2. User-level aggregation</a:t>
            </a:r>
          </a:p>
          <a:p>
            <a:r>
              <a:t>3. Application usage analysis</a:t>
            </a:r>
          </a:p>
          <a:p>
            <a:r>
              <a:t>4. Device and handset insights</a:t>
            </a:r>
          </a:p>
          <a:p>
            <a:r>
              <a:t>5. Interpretation for business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Calculated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Number of </a:t>
            </a:r>
            <a:r>
              <a:rPr dirty="0" err="1"/>
              <a:t>xDR</a:t>
            </a:r>
            <a:r>
              <a:rPr dirty="0"/>
              <a:t> sessions per user</a:t>
            </a:r>
          </a:p>
          <a:p>
            <a:r>
              <a:rPr dirty="0"/>
              <a:t>Total session duration</a:t>
            </a:r>
          </a:p>
          <a:p>
            <a:r>
              <a:rPr dirty="0"/>
              <a:t>Total Download (DL) data</a:t>
            </a:r>
          </a:p>
          <a:p>
            <a:r>
              <a:rPr dirty="0"/>
              <a:t>Total Upload (UL) data</a:t>
            </a:r>
          </a:p>
          <a:p>
            <a:r>
              <a:rPr dirty="0"/>
              <a:t>Total data volume per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Behavior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data consumers identified</a:t>
            </a:r>
          </a:p>
          <a:p>
            <a:r>
              <a:rPr dirty="0"/>
              <a:t>App-wise traffic concentration observed</a:t>
            </a:r>
          </a:p>
          <a:p>
            <a:r>
              <a:rPr dirty="0"/>
              <a:t>Session-heavy users flagged for premium targeting</a:t>
            </a:r>
          </a:p>
          <a:p>
            <a:r>
              <a:rPr dirty="0"/>
              <a:t>Opportunity to segment users by usage intensity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Handset &amp; Device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Top handset manufacturers identified</a:t>
            </a:r>
          </a:p>
          <a:p>
            <a:r>
              <a:rPr dirty="0"/>
              <a:t>Popular device models analyzed</a:t>
            </a:r>
          </a:p>
          <a:p>
            <a:r>
              <a:rPr dirty="0"/>
              <a:t>Device capability correlates with higher data usage</a:t>
            </a:r>
          </a:p>
          <a:p>
            <a:r>
              <a:rPr dirty="0"/>
              <a:t>Helps tailor device-specific marketing offers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Marketing:</a:t>
            </a:r>
          </a:p>
          <a:p>
            <a:r>
              <a:t>• Target heavy users with premium plans</a:t>
            </a:r>
          </a:p>
          <a:p>
            <a:r>
              <a:t>• App-based bundled offers</a:t>
            </a:r>
          </a:p>
          <a:p>
            <a:endParaRPr/>
          </a:p>
          <a:p>
            <a:r>
              <a:t>Network:</a:t>
            </a:r>
          </a:p>
          <a:p>
            <a:r>
              <a:t>• Prioritize capacity for high-usage apps</a:t>
            </a:r>
          </a:p>
          <a:p>
            <a:r>
              <a:t>• Improve QoS in peak usage segments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to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Improved customer segmentation</a:t>
            </a:r>
          </a:p>
          <a:p>
            <a:r>
              <a:rPr dirty="0"/>
              <a:t>Better marketing ROI</a:t>
            </a:r>
          </a:p>
          <a:p>
            <a:r>
              <a:rPr dirty="0"/>
              <a:t>Optimized network planning</a:t>
            </a:r>
          </a:p>
          <a:p>
            <a:r>
              <a:rPr dirty="0"/>
              <a:t>Data-backed strategic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analytics provides strong competitive advantage</a:t>
            </a:r>
          </a:p>
          <a:p>
            <a:r>
              <a:rPr dirty="0"/>
              <a:t>Data-driven insights enable smarter decisions</a:t>
            </a:r>
          </a:p>
          <a:p>
            <a:r>
              <a:rPr dirty="0"/>
              <a:t>Framework can be scaled for real-time analytics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pPr marL="3657600" lvl="8" indent="0">
              <a:buNone/>
            </a:pPr>
            <a:r>
              <a:rPr lang="en-IN" dirty="0"/>
              <a:t>	Thank You </a:t>
            </a:r>
            <a:r>
              <a:rPr lang="en-IN" dirty="0">
                <a:sym typeface="Wingdings" panose="05000000000000000000" pitchFamily="2" charset="2"/>
              </a:rPr>
              <a:t></a:t>
            </a:r>
          </a:p>
          <a:p>
            <a:pPr marL="3657600" lvl="8" indent="0">
              <a:buNone/>
            </a:pPr>
            <a:r>
              <a:rPr lang="en-IN" dirty="0">
                <a:sym typeface="Wingdings" panose="05000000000000000000" pitchFamily="2" charset="2"/>
              </a:rPr>
              <a:t>	Sawant Dubey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</TotalTime>
  <Words>295</Words>
  <Application>Microsoft Office PowerPoint</Application>
  <PresentationFormat>On-screen Show (4:3)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Wingdings</vt:lpstr>
      <vt:lpstr>Gallery</vt:lpstr>
      <vt:lpstr>User Analytics in the Telecommunication Industry - Overview</vt:lpstr>
      <vt:lpstr>User Analytics in Telecom – Executive Overview</vt:lpstr>
      <vt:lpstr>Business Problem</vt:lpstr>
      <vt:lpstr>Dataset Overview</vt:lpstr>
      <vt:lpstr>Analysis Approach</vt:lpstr>
      <vt:lpstr>Key Metrics Calculated</vt:lpstr>
      <vt:lpstr>User Behavior Insights</vt:lpstr>
      <vt:lpstr>Handset &amp; Device Insights</vt:lpstr>
      <vt:lpstr>Business Recommendations</vt:lpstr>
      <vt:lpstr>Value to Organization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sawant dubey</cp:lastModifiedBy>
  <cp:revision>3</cp:revision>
  <dcterms:created xsi:type="dcterms:W3CDTF">2013-01-27T09:14:16Z</dcterms:created>
  <dcterms:modified xsi:type="dcterms:W3CDTF">2026-01-02T16:38:21Z</dcterms:modified>
  <cp:category/>
</cp:coreProperties>
</file>